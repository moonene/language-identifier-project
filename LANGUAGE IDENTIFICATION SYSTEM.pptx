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67" r:id="rId14"/>
    <p:sldId id="268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61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3688532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177561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714991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4224444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405038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419015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215725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599728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6815454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2457483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1390562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746458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9698720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994968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241798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3344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780568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EB8BF93-E384-4868-8CB3-4E92947A9A1B}" type="datetimeFigureOut">
              <a:rPr lang="en-KE" smtClean="0"/>
              <a:t>21/04/2026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40348619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language-identifier-project-mgjenzao9fyhagc8besezs.streamlit.app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7DCC5-D9AF-D5DA-AA50-74B2CDE17E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7137" y="748210"/>
            <a:ext cx="7197726" cy="2421464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LANGUAGE IDENTIFICATION SYSTEM</a:t>
            </a:r>
            <a:endParaRPr lang="en-KE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318D9D-B699-E673-12BD-98603BA0A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81911"/>
            <a:ext cx="9144000" cy="1655762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Name: Gitari Collins Munene</a:t>
            </a:r>
          </a:p>
          <a:p>
            <a:pPr algn="l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 No: 110062748</a:t>
            </a:r>
          </a:p>
          <a:p>
            <a:pPr algn="l"/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Unit: CSC 423</a:t>
            </a:r>
            <a:endParaRPr lang="en-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612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D1858-E730-D75B-63C8-D623DA2B7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INTRODUCTION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6DB2D-08CE-E195-DAC6-5F3733EDA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Language identification is a task in NLP</a:t>
            </a:r>
          </a:p>
          <a:p>
            <a:r>
              <a:rPr lang="en-US" dirty="0"/>
              <a:t>It determines the language of a text</a:t>
            </a:r>
          </a:p>
          <a:p>
            <a:endParaRPr lang="en-US" dirty="0"/>
          </a:p>
          <a:p>
            <a:r>
              <a:rPr lang="en-US" dirty="0"/>
              <a:t>This project focuses on:</a:t>
            </a:r>
          </a:p>
          <a:p>
            <a:r>
              <a:rPr lang="en-US" dirty="0"/>
              <a:t>- English</a:t>
            </a:r>
          </a:p>
          <a:p>
            <a:r>
              <a:rPr lang="en-US" dirty="0"/>
              <a:t>- Swahili</a:t>
            </a:r>
          </a:p>
          <a:p>
            <a:r>
              <a:rPr lang="en-US" dirty="0"/>
              <a:t>- Kikuyu</a:t>
            </a:r>
          </a:p>
          <a:p>
            <a:r>
              <a:rPr lang="en-US" dirty="0"/>
              <a:t>- Sheng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It also handles mixed language</a:t>
            </a:r>
            <a:endParaRPr lang="en-KE" dirty="0"/>
          </a:p>
        </p:txBody>
      </p:sp>
    </p:spTree>
    <p:extLst>
      <p:ext uri="{BB962C8B-B14F-4D97-AF65-F5344CB8AC3E}">
        <p14:creationId xmlns:p14="http://schemas.microsoft.com/office/powerpoint/2010/main" val="419668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6FC3D-FA34-827E-B09F-CE1F4BFEA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Objectives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32B265-004A-FF56-8C72-377259430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 a language classification system that can support: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- English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- Swahili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- Kikuyu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- Sheng</a:t>
            </a:r>
          </a:p>
          <a:p>
            <a:endParaRPr lang="en-US" dirty="0"/>
          </a:p>
          <a:p>
            <a:r>
              <a:rPr lang="en-US" dirty="0"/>
              <a:t>Build a language classification system that can handle mixed language.</a:t>
            </a:r>
          </a:p>
          <a:p>
            <a:endParaRPr lang="en-US" dirty="0"/>
          </a:p>
          <a:p>
            <a:r>
              <a:rPr lang="en-US" dirty="0"/>
              <a:t>Build and deploy a working application</a:t>
            </a:r>
            <a:endParaRPr lang="en-KE" dirty="0"/>
          </a:p>
        </p:txBody>
      </p:sp>
    </p:spTree>
    <p:extLst>
      <p:ext uri="{BB962C8B-B14F-4D97-AF65-F5344CB8AC3E}">
        <p14:creationId xmlns:p14="http://schemas.microsoft.com/office/powerpoint/2010/main" val="3096863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BF2C1-11F6-B73D-7174-AB0BC66B6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223101"/>
            <a:ext cx="10131425" cy="898689"/>
          </a:xfrm>
        </p:spPr>
        <p:txBody>
          <a:bodyPr/>
          <a:lstStyle/>
          <a:p>
            <a:pPr algn="ctr"/>
            <a:r>
              <a:rPr lang="en-US" b="1" u="sng" dirty="0"/>
              <a:t>DATA COLLECTION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E325-F8D2-A7EC-DE73-9A8B2229E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5483" y="1255948"/>
            <a:ext cx="10541523" cy="4984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 Dataset was created using real-world language patterns</a:t>
            </a:r>
          </a:p>
          <a:p>
            <a:r>
              <a:rPr lang="en-US" dirty="0"/>
              <a:t>The sources were inspired by : 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Social media posts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Online articles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SMS/text communication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Transcribed speech</a:t>
            </a:r>
          </a:p>
          <a:p>
            <a:endParaRPr lang="en-US" dirty="0"/>
          </a:p>
          <a:p>
            <a:r>
              <a:rPr lang="en-US" dirty="0"/>
              <a:t>1000+ sentences (250 per language)</a:t>
            </a:r>
          </a:p>
          <a:p>
            <a:r>
              <a:rPr lang="en-US" dirty="0"/>
              <a:t>The languages are 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English (250)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Swahili (250)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Kikuyu (250)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Sheng (250)</a:t>
            </a:r>
          </a:p>
          <a:p>
            <a:pPr marL="400050" indent="-400050">
              <a:buFont typeface="+mj-lt"/>
              <a:buAutoNum type="romanU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dataset was manually created, but it was based on real-world language usage patterns such as social media, SMS communication, and spoken language.</a:t>
            </a:r>
          </a:p>
        </p:txBody>
      </p:sp>
    </p:spTree>
    <p:extLst>
      <p:ext uri="{BB962C8B-B14F-4D97-AF65-F5344CB8AC3E}">
        <p14:creationId xmlns:p14="http://schemas.microsoft.com/office/powerpoint/2010/main" val="3302529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A77C-C390-0768-6D8B-34CAA547E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DATA LABELLING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81DB1-9AD6-ED76-A7CC-BCB9514C5E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6119" y="2158738"/>
            <a:ext cx="4564928" cy="3340231"/>
          </a:xfrm>
        </p:spPr>
        <p:txBody>
          <a:bodyPr/>
          <a:lstStyle/>
          <a:p>
            <a:r>
              <a:rPr lang="en-US" dirty="0"/>
              <a:t>Each sentence in the project is  labeled with its language</a:t>
            </a:r>
          </a:p>
          <a:p>
            <a:r>
              <a:rPr lang="en-US" dirty="0"/>
              <a:t>Examples: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"I am going" → English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</a:t>
            </a:r>
            <a:r>
              <a:rPr lang="en-US" dirty="0" err="1"/>
              <a:t>Ninaenda</a:t>
            </a:r>
            <a:r>
              <a:rPr lang="en-US" dirty="0"/>
              <a:t> </a:t>
            </a:r>
            <a:r>
              <a:rPr lang="en-US" dirty="0" err="1"/>
              <a:t>shule</a:t>
            </a:r>
            <a:r>
              <a:rPr lang="en-US" dirty="0"/>
              <a:t>" → Swahili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"Niko base" → Sheng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</a:t>
            </a:r>
            <a:r>
              <a:rPr lang="en-US" dirty="0" err="1"/>
              <a:t>Ningi</a:t>
            </a:r>
            <a:r>
              <a:rPr lang="en-US" dirty="0"/>
              <a:t> </a:t>
            </a:r>
            <a:r>
              <a:rPr lang="en-US" dirty="0" err="1"/>
              <a:t>thii</a:t>
            </a:r>
            <a:r>
              <a:rPr lang="en-US" dirty="0"/>
              <a:t>" → Kikuyu</a:t>
            </a:r>
            <a:endParaRPr lang="en-K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A02305-4FD9-B701-8F74-313C36E5AD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1184" y="2321176"/>
            <a:ext cx="6745401" cy="379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387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6E270-9451-2D6C-6780-7BB10863A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DATA PROCESSING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F52D5-746E-6F3A-4BDF-207BB4A96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2065867"/>
            <a:ext cx="6393729" cy="372533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 have implemented the following data processing functions in the project:</a:t>
            </a:r>
            <a:br>
              <a:rPr lang="en-US" dirty="0"/>
            </a:br>
            <a:r>
              <a:rPr lang="en-US" dirty="0"/>
              <a:t>Lowercasing text</a:t>
            </a:r>
          </a:p>
          <a:p>
            <a:pPr marL="400050" indent="-400050">
              <a:buFont typeface="+mj-lt"/>
              <a:buAutoNum type="romanUcPeriod"/>
            </a:pPr>
            <a:endParaRPr lang="en-US" dirty="0"/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Removing punctuation</a:t>
            </a:r>
          </a:p>
          <a:p>
            <a:pPr marL="400050" indent="-400050">
              <a:buFont typeface="+mj-lt"/>
              <a:buAutoNum type="romanUcPeriod"/>
            </a:pPr>
            <a:endParaRPr lang="en-US" dirty="0"/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Removing extra spaces</a:t>
            </a:r>
          </a:p>
          <a:p>
            <a:pPr marL="400050" indent="-400050">
              <a:buFont typeface="+mj-lt"/>
              <a:buAutoNum type="romanUcPeriod"/>
            </a:pPr>
            <a:endParaRPr lang="en-US" dirty="0"/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Tokenization</a:t>
            </a:r>
          </a:p>
          <a:p>
            <a:pPr marL="400050" indent="-400050">
              <a:buFont typeface="+mj-lt"/>
              <a:buAutoNum type="romanUcPeriod"/>
            </a:pPr>
            <a:endParaRPr lang="en-US" dirty="0"/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Sheng slang normalization</a:t>
            </a:r>
          </a:p>
          <a:p>
            <a:pPr marL="400050" indent="-400050">
              <a:buFont typeface="+mj-lt"/>
              <a:buAutoNum type="romanUcPeriod"/>
            </a:pPr>
            <a:endParaRPr lang="en-US" dirty="0"/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Kikuyu simplification (removal of diacritics)</a:t>
            </a:r>
            <a:endParaRPr lang="en-K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1A9B50-5D6A-A295-B49D-5107A0B3F1A6}"/>
              </a:ext>
            </a:extLst>
          </p:cNvPr>
          <p:cNvSpPr txBox="1"/>
          <p:nvPr/>
        </p:nvSpPr>
        <p:spPr>
          <a:xfrm>
            <a:off x="7795966" y="2498102"/>
            <a:ext cx="410772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E" dirty="0"/>
              <a:t>Sheng slang normalized using dictionary</a:t>
            </a:r>
          </a:p>
          <a:p>
            <a:endParaRPr lang="en-KE" dirty="0"/>
          </a:p>
          <a:p>
            <a:r>
              <a:rPr lang="en-KE" dirty="0"/>
              <a:t>Examples:</a:t>
            </a:r>
          </a:p>
          <a:p>
            <a:r>
              <a:rPr lang="en-KE" dirty="0"/>
              <a:t>base → </a:t>
            </a:r>
            <a:r>
              <a:rPr lang="en-KE" dirty="0" err="1"/>
              <a:t>nyumba</a:t>
            </a:r>
            <a:endParaRPr lang="en-KE" dirty="0"/>
          </a:p>
          <a:p>
            <a:r>
              <a:rPr lang="en-KE" dirty="0" err="1"/>
              <a:t>wasee</a:t>
            </a:r>
            <a:r>
              <a:rPr lang="en-KE" dirty="0"/>
              <a:t> → </a:t>
            </a:r>
            <a:r>
              <a:rPr lang="en-KE" dirty="0" err="1"/>
              <a:t>watu</a:t>
            </a:r>
            <a:endParaRPr lang="en-KE" dirty="0"/>
          </a:p>
          <a:p>
            <a:r>
              <a:rPr lang="en-KE" dirty="0" err="1"/>
              <a:t>fiti</a:t>
            </a:r>
            <a:r>
              <a:rPr lang="en-KE" dirty="0"/>
              <a:t> → </a:t>
            </a:r>
            <a:r>
              <a:rPr lang="en-KE" dirty="0" err="1"/>
              <a:t>nzuri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helps the model understand informal language</a:t>
            </a:r>
          </a:p>
        </p:txBody>
      </p:sp>
    </p:spTree>
    <p:extLst>
      <p:ext uri="{BB962C8B-B14F-4D97-AF65-F5344CB8AC3E}">
        <p14:creationId xmlns:p14="http://schemas.microsoft.com/office/powerpoint/2010/main" val="1631533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DC119-D16F-7389-918C-A239E4367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FEATURE EXTRACTION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2CCF5-3C7F-6314-36FE-4CFAE1BAB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this project I have used the  Character n-grams method.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 reason for using it is because it can:</a:t>
            </a:r>
          </a:p>
          <a:p>
            <a:endParaRPr lang="en-US" dirty="0"/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Capture spelling patterns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Understand language  specific structures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It is also robust to spelling and slang variations</a:t>
            </a:r>
            <a:endParaRPr lang="en-KE" dirty="0"/>
          </a:p>
        </p:txBody>
      </p:sp>
    </p:spTree>
    <p:extLst>
      <p:ext uri="{BB962C8B-B14F-4D97-AF65-F5344CB8AC3E}">
        <p14:creationId xmlns:p14="http://schemas.microsoft.com/office/powerpoint/2010/main" val="96023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90605-FD27-66AF-601C-E7F99B983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Model training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A7764-0D02-1BA7-36E8-0E747ECF6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693" y="2300140"/>
            <a:ext cx="3198042" cy="348163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project I have used the Naïve Bayes and Logistic Regression to compare the projects performance </a:t>
            </a:r>
          </a:p>
          <a:p>
            <a:r>
              <a:rPr lang="en-US" dirty="0"/>
              <a:t>All predictions are on the diagonal, meaning the model classified every example correctly</a:t>
            </a:r>
          </a:p>
          <a:p>
            <a:r>
              <a:rPr lang="en-US" dirty="0"/>
              <a:t>precision recall f1-score, All metrics are close to 1.0, indicating very high performance</a:t>
            </a:r>
          </a:p>
          <a:p>
            <a:endParaRPr lang="en-K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30829D-7A3C-3479-9701-77AACE268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9606" y="2065867"/>
            <a:ext cx="7748444" cy="435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41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1DFCA-8C4B-8042-17F3-67C7E4258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RESULTS 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2730A-DAD8-BEBD-39A8-700EB81BD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Naïve Bayes Accuracy: 99.5%</a:t>
            </a:r>
          </a:p>
          <a:p>
            <a:endParaRPr lang="en-US" dirty="0"/>
          </a:p>
          <a:p>
            <a:r>
              <a:rPr lang="en-US" dirty="0"/>
              <a:t>Logistic Regression Accuracy: 100%</a:t>
            </a:r>
          </a:p>
          <a:p>
            <a:endParaRPr lang="en-US" dirty="0"/>
          </a:p>
          <a:p>
            <a:r>
              <a:rPr lang="en-US" dirty="0"/>
              <a:t>Very low misclassification</a:t>
            </a:r>
            <a:endParaRPr lang="en-KE" dirty="0"/>
          </a:p>
        </p:txBody>
      </p:sp>
    </p:spTree>
    <p:extLst>
      <p:ext uri="{BB962C8B-B14F-4D97-AF65-F5344CB8AC3E}">
        <p14:creationId xmlns:p14="http://schemas.microsoft.com/office/powerpoint/2010/main" val="1690623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56A74-0CE5-2001-7C43-2535C3C63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127" y="336223"/>
            <a:ext cx="4781745" cy="851555"/>
          </a:xfrm>
        </p:spPr>
        <p:txBody>
          <a:bodyPr/>
          <a:lstStyle/>
          <a:p>
            <a:pPr algn="ctr"/>
            <a:r>
              <a:rPr lang="en-US" b="1" u="sng" dirty="0"/>
              <a:t>demo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4FAE2-3CED-FDC6-61B5-853DAC1D0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291" y="1187778"/>
            <a:ext cx="2981226" cy="4117941"/>
          </a:xfrm>
        </p:spPr>
        <p:txBody>
          <a:bodyPr/>
          <a:lstStyle/>
          <a:p>
            <a:r>
              <a:rPr lang="en-US" dirty="0"/>
              <a:t>The app is built using </a:t>
            </a:r>
            <a:r>
              <a:rPr lang="en-US" dirty="0" err="1"/>
              <a:t>Streamlit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How does it work:</a:t>
            </a:r>
          </a:p>
          <a:p>
            <a:r>
              <a:rPr lang="en-US" dirty="0"/>
              <a:t>User:</a:t>
            </a:r>
          </a:p>
          <a:p>
            <a:r>
              <a:rPr lang="en-US" dirty="0"/>
              <a:t>- Enters text</a:t>
            </a:r>
          </a:p>
          <a:p>
            <a:r>
              <a:rPr lang="en-US" dirty="0"/>
              <a:t>- Clicks Predict</a:t>
            </a:r>
          </a:p>
          <a:p>
            <a:endParaRPr lang="en-US" dirty="0"/>
          </a:p>
          <a:p>
            <a:r>
              <a:rPr lang="en-US" dirty="0"/>
              <a:t>System outputs:</a:t>
            </a:r>
          </a:p>
          <a:p>
            <a:r>
              <a:rPr lang="en-US" dirty="0"/>
              <a:t>- Language</a:t>
            </a:r>
          </a:p>
          <a:p>
            <a:r>
              <a:rPr lang="en-US" dirty="0"/>
              <a:t>- Confidence score</a:t>
            </a:r>
            <a:endParaRPr lang="en-K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7B5F6B-30B8-53AB-B84C-60D7EFF4C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308" y="1187778"/>
            <a:ext cx="4913112" cy="27636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55C4C2-A9E1-054C-A740-150FFCD2FE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339" y="3989305"/>
            <a:ext cx="4913112" cy="276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2579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DA239-9A35-0ADB-F026-C247C6306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Handling Mixed Language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CFA48-3DED-6A16-0452-3305BA9E0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introduced a mixed class in the project that can handle a mixed sentence of both English and Swahili or Sheng and Kikuyu </a:t>
            </a:r>
          </a:p>
          <a:p>
            <a:r>
              <a:rPr lang="en-US" dirty="0"/>
              <a:t>The model is trained using mixed language examples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Example:</a:t>
            </a:r>
            <a:br>
              <a:rPr lang="en-US" dirty="0"/>
            </a:br>
            <a:r>
              <a:rPr lang="en-US" dirty="0"/>
              <a:t>I am going </a:t>
            </a:r>
            <a:r>
              <a:rPr lang="en-US" dirty="0" err="1"/>
              <a:t>tao</a:t>
            </a:r>
            <a:r>
              <a:rPr lang="en-US" dirty="0"/>
              <a:t> </a:t>
            </a:r>
            <a:r>
              <a:rPr lang="en-US" dirty="0" err="1"/>
              <a:t>sasa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System detects hybrid language usage</a:t>
            </a:r>
            <a:br>
              <a:rPr lang="en-US" dirty="0"/>
            </a:br>
            <a:endParaRPr lang="en-US" dirty="0"/>
          </a:p>
          <a:p>
            <a:r>
              <a:rPr lang="en-US" dirty="0"/>
              <a:t>Adding mixed language handling Improves real-world performance</a:t>
            </a:r>
            <a:endParaRPr lang="en-KE" dirty="0"/>
          </a:p>
        </p:txBody>
      </p:sp>
    </p:spTree>
    <p:extLst>
      <p:ext uri="{BB962C8B-B14F-4D97-AF65-F5344CB8AC3E}">
        <p14:creationId xmlns:p14="http://schemas.microsoft.com/office/powerpoint/2010/main" val="4050068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41C7BF-B80D-18C8-1E44-6FF403CAC1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6096000" cy="3429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928EBB8-F034-A2B0-E048-6ED501813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503144"/>
            <a:ext cx="5964188" cy="3354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8369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DDDE7-E459-4BCF-E2FD-6A19FE616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Online deployment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BAB3A-6BF8-CF0A-78DF-468ABA8CE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2" y="1989057"/>
            <a:ext cx="4568072" cy="3802144"/>
          </a:xfrm>
        </p:spPr>
        <p:txBody>
          <a:bodyPr/>
          <a:lstStyle/>
          <a:p>
            <a:r>
              <a:rPr lang="en-US" dirty="0"/>
              <a:t>Link to page:  </a:t>
            </a:r>
            <a:r>
              <a:rPr lang="en-US" dirty="0">
                <a:hlinkClick r:id="rId2"/>
              </a:rPr>
              <a:t>https://language-identifier-project-mgjenzao9fyhagc8besezs.streamlit.app/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system was deployed using </a:t>
            </a:r>
            <a:r>
              <a:rPr lang="en-US" dirty="0" err="1"/>
              <a:t>Streamlit</a:t>
            </a:r>
            <a:r>
              <a:rPr lang="en-US" dirty="0"/>
              <a:t> Cloud and the application is hosted on </a:t>
            </a:r>
            <a:r>
              <a:rPr lang="en-US" dirty="0" err="1"/>
              <a:t>Github</a:t>
            </a:r>
            <a:br>
              <a:rPr lang="en-US" dirty="0"/>
            </a:br>
            <a:endParaRPr lang="en-US" dirty="0"/>
          </a:p>
          <a:p>
            <a:r>
              <a:rPr lang="en-US" dirty="0"/>
              <a:t>With the link above it is accessible through a web browser and no installation is required for users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0299CD-2E02-5E67-683E-C34F9EC096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222" y="1989057"/>
            <a:ext cx="6543985" cy="3680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446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76D05-A19B-ECF7-4357-F1CB29CE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8933" y="248158"/>
            <a:ext cx="10334133" cy="920765"/>
          </a:xfrm>
        </p:spPr>
        <p:txBody>
          <a:bodyPr/>
          <a:lstStyle/>
          <a:p>
            <a:pPr algn="ctr"/>
            <a:r>
              <a:rPr lang="en-US" b="1" u="sng" dirty="0"/>
              <a:t>LIVE app on </a:t>
            </a:r>
            <a:r>
              <a:rPr lang="en-US" b="1" u="sng" dirty="0" err="1"/>
              <a:t>streamlit</a:t>
            </a:r>
            <a:endParaRPr lang="en-K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3358FE-6D2C-34C8-501B-D0DB1BCD04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6947" y="1168923"/>
            <a:ext cx="9638104" cy="542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966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06065-7A76-8233-39BD-1680E402E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  <a:endParaRPr lang="en-K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2A933-B0E2-8432-8F84-3657B7076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Performance may drop on very short text</a:t>
            </a:r>
          </a:p>
          <a:p>
            <a:endParaRPr lang="en-US" dirty="0"/>
          </a:p>
          <a:p>
            <a:r>
              <a:rPr lang="en-US" dirty="0"/>
              <a:t>Unseen slang or new Sheng words may affect accuracy</a:t>
            </a:r>
          </a:p>
          <a:p>
            <a:endParaRPr lang="en-US" dirty="0"/>
          </a:p>
          <a:p>
            <a:r>
              <a:rPr lang="en-US" dirty="0"/>
              <a:t>Dataset was manually created and may not cover all real-world variations</a:t>
            </a:r>
          </a:p>
          <a:p>
            <a:endParaRPr lang="en-US" dirty="0"/>
          </a:p>
          <a:p>
            <a:r>
              <a:rPr lang="en-US" dirty="0"/>
              <a:t>Model may struggle with complex mixed-language sentences</a:t>
            </a:r>
          </a:p>
          <a:p>
            <a:endParaRPr lang="en-US" dirty="0"/>
          </a:p>
          <a:p>
            <a:r>
              <a:rPr lang="en-US"/>
              <a:t>Limited to four main languages</a:t>
            </a:r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4339114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242</TotalTime>
  <Words>546</Words>
  <Application>Microsoft Office PowerPoint</Application>
  <PresentationFormat>Widescreen</PresentationFormat>
  <Paragraphs>115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Celestial</vt:lpstr>
      <vt:lpstr>LANGUAGE IDENTIFICATION SYSTEM</vt:lpstr>
      <vt:lpstr>INTRODUCTION</vt:lpstr>
      <vt:lpstr>Objectives</vt:lpstr>
      <vt:lpstr>DATA COLLECTION</vt:lpstr>
      <vt:lpstr>DATA LABELLING</vt:lpstr>
      <vt:lpstr>DATA PROCESSING</vt:lpstr>
      <vt:lpstr>FEATURE EXTRACTION</vt:lpstr>
      <vt:lpstr>Model training</vt:lpstr>
      <vt:lpstr>RESULTS </vt:lpstr>
      <vt:lpstr>demo</vt:lpstr>
      <vt:lpstr>Handling Mixed Language</vt:lpstr>
      <vt:lpstr>PowerPoint Presentation</vt:lpstr>
      <vt:lpstr>Online deployment</vt:lpstr>
      <vt:lpstr>LIVE app on streamlit</vt:lpstr>
      <vt:lpstr>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Collins Munene Gitari</dc:creator>
  <cp:lastModifiedBy>Collins Munene Gitari</cp:lastModifiedBy>
  <cp:revision>5</cp:revision>
  <dcterms:created xsi:type="dcterms:W3CDTF">2026-04-20T07:09:45Z</dcterms:created>
  <dcterms:modified xsi:type="dcterms:W3CDTF">2026-04-21T10:31:47Z</dcterms:modified>
</cp:coreProperties>
</file>